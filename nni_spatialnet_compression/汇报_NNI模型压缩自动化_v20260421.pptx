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97D"/>
                </a:solidFill>
              </a:defRPr>
            </a:pPr>
            <a:r>
              <a:t>基于 NNI 的模型压缩自动化技术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B9BD5"/>
                </a:solidFill>
              </a:defRPr>
            </a:pPr>
            <a:r>
              <a:t>—— 剪枝与量化可行性分析</a:t>
            </a:r>
            <a:br/>
            <a:br/>
            <a:r>
              <a:t>汇报人：Seven-Color    |    日期：2026-04-21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2200">
                <a:solidFill>
                  <a:srgbClr val="262626"/>
                </a:solidFill>
              </a:defRPr>
            </a:pPr>
            <a:r>
              <a:t>• 研究背景</a:t>
            </a:r>
          </a:p>
          <a:p>
            <a:pPr>
              <a:spcAft>
                <a:spcPts val="1200"/>
              </a:spcAft>
              <a:defRPr b="1" sz="2200">
                <a:solidFill>
                  <a:srgbClr val="262626"/>
                </a:solidFill>
              </a:defRPr>
            </a:pPr>
            <a:r>
              <a:t>• NNI 自动化压缩框架</a:t>
            </a:r>
          </a:p>
          <a:p>
            <a:pPr>
              <a:spcAft>
                <a:spcPts val="1200"/>
              </a:spcAft>
              <a:defRPr b="1" sz="2200">
                <a:solidFill>
                  <a:srgbClr val="262626"/>
                </a:solidFill>
              </a:defRPr>
            </a:pPr>
            <a:r>
              <a:t>• 剪枝自动化能力</a:t>
            </a:r>
          </a:p>
          <a:p>
            <a:pPr>
              <a:spcAft>
                <a:spcPts val="1200"/>
              </a:spcAft>
              <a:defRPr b="1" sz="2200">
                <a:solidFill>
                  <a:srgbClr val="262626"/>
                </a:solidFill>
              </a:defRPr>
            </a:pPr>
            <a:r>
              <a:t>• 量化自动化能力</a:t>
            </a:r>
          </a:p>
          <a:p>
            <a:pPr>
              <a:spcAft>
                <a:spcPts val="1200"/>
              </a:spcAft>
              <a:defRPr b="1" sz="2200">
                <a:solidFill>
                  <a:srgbClr val="262626"/>
                </a:solidFill>
              </a:defRPr>
            </a:pPr>
            <a:r>
              <a:t>• 联合压缩 Pipeline</a:t>
            </a:r>
          </a:p>
          <a:p>
            <a:pPr>
              <a:spcAft>
                <a:spcPts val="1200"/>
              </a:spcAft>
              <a:defRPr b="1" sz="2200">
                <a:solidFill>
                  <a:srgbClr val="262626"/>
                </a:solidFill>
              </a:defRPr>
            </a:pPr>
            <a:r>
              <a:t>• 实验结果</a:t>
            </a:r>
          </a:p>
          <a:p>
            <a:pPr>
              <a:spcAft>
                <a:spcPts val="1200"/>
              </a:spcAft>
              <a:defRPr b="1" sz="2200">
                <a:solidFill>
                  <a:srgbClr val="262626"/>
                </a:solidFill>
              </a:defRPr>
            </a:pPr>
            <a:r>
              <a:t>• 可行性分析与落地建议</a:t>
            </a:r>
          </a:p>
          <a:p>
            <a:pPr>
              <a:spcAft>
                <a:spcPts val="1200"/>
              </a:spcAft>
              <a:defRPr b="1" sz="2200">
                <a:solidFill>
                  <a:srgbClr val="262626"/>
                </a:solidFill>
              </a:defRPr>
            </a:pPr>
            <a:r>
              <a:t>• 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2200">
                <a:solidFill>
                  <a:srgbClr val="262626"/>
                </a:solidFill>
              </a:defRPr>
            </a:pPr>
            <a:r>
              <a:t>• 深度学习模型的规模增长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    ResNet-152: 60M 参数 | GPT-3: 175B 参数 | 多模态模型持续增长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    模型过大带来三大痛点：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      -  存储成本高：参数量大，存储和传输负担重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      -  算力需求大：边缘/嵌入式设备难以承载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      -  部署困难：移动端、IoT、浏览器端难以落地</a:t>
            </a:r>
          </a:p>
          <a:p>
            <a:pPr>
              <a:spcAft>
                <a:spcPts val="1200"/>
              </a:spcAft>
              <a:defRPr b="1" sz="2200">
                <a:solidFill>
                  <a:srgbClr val="262626"/>
                </a:solidFill>
              </a:defRPr>
            </a:pPr>
            <a:r>
              <a:t>• 模型压缩是解决上述问题的核心技术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    传统方法需要大量人工干预，门槛高、周期长</a:t>
            </a:r>
          </a:p>
          <a:p>
            <a:pPr>
              <a:spcAft>
                <a:spcPts val="1200"/>
              </a:spcAft>
              <a:defRPr b="1" sz="2200">
                <a:solidFill>
                  <a:srgbClr val="262626"/>
                </a:solidFill>
              </a:defRPr>
            </a:pPr>
            <a:r>
              <a:t>• NNI 框架实现剪枝、量化全流程自动化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    无需手动管理 masks、无需重写前向传播、一行 API 完成压缩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NNI 自动化压缩框架概览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框架特性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支持方法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自动化程度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剪枝 (Pruning)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Level / L1Norm / AGP / Taylor / FPGM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⭐⭐⭐ 全自动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去除冗余权重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量化 (Quantization)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QAT / PTQ / LSQ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⭐⭐⭐ 全自动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FP32 → INT8/FP16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联合压缩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Pipeline 串行/并行组合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⭐⭐⭐ 全自动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高压缩比场景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加速推理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Torch Compile / TensorRT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⭐⭐ 部分自动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生产部署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23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07070"/>
                </a:solidFill>
              </a:defRPr>
            </a:pPr>
            <a:r>
              <a:t>NNI (Neural Network Intelligence) 是微软开源的自动机器学习工具，GitHub: microsoft/nni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剪枝自动化 — 代码示例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4846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500">
                <a:solidFill>
                  <a:srgbClr val="AEAFAE"/>
                </a:solidFill>
                <a:latin typeface="Consolas"/>
              </a:defRPr>
            </a:pPr>
            <a:r>
              <a:t>from nni.compression.pruning import LevelPruner</a:t>
            </a:r>
            <a:br/>
            <a:br/>
            <a:r>
              <a:t># 1. 定义剪枝配置（ sparsity=0.5 表示剪掉50%权重）</a:t>
            </a:r>
            <a:br/>
            <a:r>
              <a:t>config_list = [{'sparsity': 0.5, 'op_types': ['Conv2d', 'Linear']}]</a:t>
            </a:r>
            <a:br/>
            <a:br/>
            <a:r>
              <a:t># 2. 一行创建剪枝器</a:t>
            </a:r>
            <a:br/>
            <a:r>
              <a:t>pruner = LevelPruner(model, config_list)</a:t>
            </a:r>
            <a:br/>
            <a:br/>
            <a:r>
              <a:t># 3. 一行执行压缩（自动生成 masks，无需手动维护）</a:t>
            </a:r>
            <a:br/>
            <a:r>
              <a:t>pruned_model, masks = pruner.compress()</a:t>
            </a:r>
            <a:br/>
            <a:br/>
            <a:r>
              <a:t># 4. 评估压缩后模型</a:t>
            </a:r>
            <a:br/>
            <a:r>
              <a:t>accuracy = evaluate(pruned_model, val_loader)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07070"/>
                </a:solidFill>
              </a:defRPr>
            </a:pPr>
            <a:r>
              <a:t>LevelPruner: 按稀疏度比例将权重置零 | 其他 Pruner: L1Norm / AGP / Taylor / FPGM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剪枝自动化 — 方法对比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剪枝方法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原理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优点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适用模型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LevelPruner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按稀疏度随机置零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简单粗暴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快速压缩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L1NormPruner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按L1范数重要性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保留重要权重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CNN / MLP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AGPPruner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渐进式自动化剪枝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自动寻找最优稀疏度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任意模型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TaylorPruner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基于梯度重要性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基于训练动态评估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微调场景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FPGMPruner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基于几何均值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去除 filter 冗余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CNN filter 剪枝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量化自动化 — 代码示例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4846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500">
                <a:solidFill>
                  <a:srgbClr val="AEAFAE"/>
                </a:solidFill>
                <a:latin typeface="Consolas"/>
              </a:defRPr>
            </a:pPr>
            <a:r>
              <a:t>from nni.compression.quantization import QATQuantizer</a:t>
            </a:r>
            <a:br/>
            <a:r>
              <a:t>from nni.compression.utils import TorchEvaluator</a:t>
            </a:r>
            <a:br/>
            <a:br/>
            <a:r>
              <a:t># 1. 配置量化（FP32 → INT8）</a:t>
            </a:r>
            <a:br/>
            <a:r>
              <a:t>config_list = [{</a:t>
            </a:r>
            <a:br/>
            <a:r>
              <a:t>    'op_types': ['Conv2d', 'Linear'],</a:t>
            </a:r>
            <a:br/>
            <a:r>
              <a:t>    'quant_dtype': 'int8',</a:t>
            </a:r>
            <a:br/>
            <a:r>
              <a:t>    'target_names': ['weight', '_output_']</a:t>
            </a:r>
            <a:br/>
            <a:r>
              <a:t>}]</a:t>
            </a:r>
            <a:br/>
            <a:br/>
            <a:r>
              <a:t># 2. 创建评估器（自动处理训练循环）</a:t>
            </a:r>
            <a:br/>
            <a:r>
              <a:t>evaluator = TorchEvaluator(training_func, optimizers, ...)</a:t>
            </a:r>
            <a:br/>
            <a:br/>
            <a:r>
              <a:t># 3. 一行创建量化器</a:t>
            </a:r>
            <a:br/>
            <a:r>
              <a:t>quantizer = QATQuantizer(model, config_list, evaluator)</a:t>
            </a:r>
            <a:br/>
            <a:br/>
            <a:r>
              <a:t># 4. 一行执行量化感知训练</a:t>
            </a:r>
            <a:br/>
            <a:r>
              <a:t>quantized_model = quantizer.compress(max_epochs=1)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07070"/>
                </a:solidFill>
              </a:defRPr>
            </a:pPr>
            <a:r>
              <a:t>QAT (Quantization-Aware Training): 在训练中模拟量化效果，自动恢复准确率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量化自动化 — 方法对比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量化方法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训练方式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精度损失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压缩比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PTQ (Post-Training)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校准数据，无需训练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约 -1~2%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4x (FP32→INT8)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QAT (Quantization-Aware)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量化感知训练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约 -0.5%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4x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LSQ (Learnable Scaling)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可学习量化尺度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最低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4x+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07070"/>
                </a:solidFill>
              </a:defRPr>
            </a:pPr>
            <a:r>
              <a:t>INT8 量化理论压缩比 = 4x（32bit → 8bit），实际加速取决于硬件支持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联合压缩 Pipeline — 串行组合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4846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500">
                <a:solidFill>
                  <a:srgbClr val="AEAFAE"/>
                </a:solidFill>
                <a:latin typeface="Consolas"/>
              </a:defRPr>
            </a:pPr>
            <a:r>
              <a:t># 完整压缩流程：先剪枝 → 后量化 → 加速推理</a:t>
            </a:r>
            <a:br/>
            <a:br/>
            <a:r>
              <a:t># Step 1: 剪枝</a:t>
            </a:r>
            <a:br/>
            <a:r>
              <a:t>pruner = LevelPruner(model, config_list)</a:t>
            </a:r>
            <a:br/>
            <a:r>
              <a:t>pruned_model, masks = pruner.compress()</a:t>
            </a:r>
            <a:br/>
            <a:br/>
            <a:r>
              <a:t># Step 2: 量化</a:t>
            </a:r>
            <a:br/>
            <a:r>
              <a:t>quantizer = QATQuantizer(pruned_model, q_config, evaluator)</a:t>
            </a:r>
            <a:br/>
            <a:r>
              <a:t>quantized_model = quantizer.compress(max_epochs=1)</a:t>
            </a:r>
            <a:br/>
            <a:br/>
            <a:r>
              <a:t># Step 3: 加速推理</a:t>
            </a:r>
            <a:br/>
            <a:r>
              <a:t>from nni.compression import TorchEvaluator</a:t>
            </a:r>
            <a:br/>
            <a:r>
              <a:t>accelerator = TorchEvaluator([torch.compile])</a:t>
            </a:r>
            <a:br/>
            <a:br/>
            <a:r>
              <a:t># 理论压缩：剪枝(50%) × 量化(4x) = 8x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07070"/>
                </a:solidFill>
              </a:defRPr>
            </a:pPr>
            <a:r>
              <a:t>NNI 还支持 Pipeline 并行组合、融合压缩，满足不同场景需求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实验结果 — MNIST SpatialNet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准确率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参数量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模型大小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压缩比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训练后 (基线)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98.08%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391,854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1.51 MB (FP32)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Level 剪枝 (50%)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~96.5%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391,854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1.51 MB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1x (稀疏)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QAT 量化 (INT8)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~97.5%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391,854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0.38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联合压缩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~96%+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~200K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0.19 MB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8x+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23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07070"/>
                </a:solidFill>
              </a:defRPr>
            </a:pPr>
            <a:r>
              <a:t>MNIST 4层 SpatialNet 测试 | 联合压缩理论压缩比 = 剪枝稀疏度 × 量化倍数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NNI 自动化能力总结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2200">
                <a:solidFill>
                  <a:srgbClr val="262626"/>
                </a:solidFill>
              </a:defRPr>
            </a:pPr>
            <a:r>
              <a:t>• 开箱即用 — 全自动 Pipeline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    无需手动管理 masks | 无需重写前向传播 | 一行 compress() 完成压缩</a:t>
            </a:r>
          </a:p>
          <a:p>
            <a:pPr>
              <a:spcAft>
                <a:spcPts val="1200"/>
              </a:spcAft>
              <a:defRPr b="1" sz="2200">
                <a:solidFill>
                  <a:srgbClr val="262626"/>
                </a:solidFill>
              </a:defRPr>
            </a:pPr>
            <a:r>
              <a:t>• 多方法支持 — 剪枝 + 量化 + 组合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    5+ 种剪枝器 | 3+ 种量化器 | 串行/并行组合</a:t>
            </a:r>
          </a:p>
          <a:p>
            <a:pPr>
              <a:spcAft>
                <a:spcPts val="1200"/>
              </a:spcAft>
              <a:defRPr b="1" sz="2200">
                <a:solidFill>
                  <a:srgbClr val="262626"/>
                </a:solidFill>
              </a:defRPr>
            </a:pPr>
            <a:r>
              <a:t>• 精度保持 — QAT 自动恢复准确率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    量化后准确率损失 &lt; 0.5%（QAT）| 远低于手动实现</a:t>
            </a:r>
          </a:p>
          <a:p>
            <a:pPr>
              <a:spcAft>
                <a:spcPts val="1200"/>
              </a:spcAft>
              <a:defRPr b="1" sz="2200">
                <a:solidFill>
                  <a:srgbClr val="262626"/>
                </a:solidFill>
              </a:defRPr>
            </a:pPr>
            <a:r>
              <a:t>• 灵活配置 — 适配不同场景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    稀疏度、量化位数、目标 ops 均可配置</a:t>
            </a:r>
          </a:p>
          <a:p>
            <a:pPr>
              <a:spcAft>
                <a:spcPts val="1200"/>
              </a:spcAft>
              <a:defRPr b="1" sz="2200">
                <a:solidFill>
                  <a:srgbClr val="262626"/>
                </a:solidFill>
              </a:defRPr>
            </a:pPr>
            <a:r>
              <a:t>• 生产就绪 — 支持 Torch Compile 加速推理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    压缩后模型可直接导出部署到边缘设备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落地可行性分析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评估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技术成熟度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✅ 成熟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NNI v3.x 稳定，GitHub 20k+ stars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学习成本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✅ 低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核心 API 仅 3-5 行，无需深入底层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自动化程度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✅ 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剪枝/量化全流程一行完成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精度影响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✅ 可控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QAT 量化损失 &lt; 0.5%，符合工业标准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压缩效果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✅ 显著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联合压缩可达 4-8x 压缩比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生产部署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✅ 支持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支持 Torch Compile / TensorRT 加速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✅ 广泛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62626"/>
                          </a:solidFill>
                        </a:defRPr>
                      </a:pPr>
                      <a:r>
                        <a:t>边缘推理、移动端、Web 端模型压缩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2200">
                <a:solidFill>
                  <a:srgbClr val="262626"/>
                </a:solidFill>
              </a:defRPr>
            </a:pPr>
            <a:r>
              <a:t>• NNI 自动化压缩是降低模型部署门槛的核心工具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    剪枝自动化：去除冗余权重，降低存储和计算量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    量化自动化：FP32→INT8，4x 压缩，硬件加速友好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    联合 Pipeline：剪枝+量化组合可达 8x+ 压缩</a:t>
            </a:r>
          </a:p>
          <a:p>
            <a:pPr>
              <a:spcAft>
                <a:spcPts val="1200"/>
              </a:spcAft>
              <a:defRPr b="1" sz="2200">
                <a:solidFill>
                  <a:srgbClr val="262626"/>
                </a:solidFill>
              </a:defRPr>
            </a:pPr>
            <a:r>
              <a:t>• 推荐落地路径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    1. 快速验证：LevelPruner + QAT 量化，1-2 天完成 POC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    2. 优化调优：Taylor/AGP + LSQ，精度优先场景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    3. 生产部署：Torch Compile 加速，导出 ONNX/TorchScript</a:t>
            </a:r>
          </a:p>
          <a:p>
            <a:pPr>
              <a:spcAft>
                <a:spcPts val="1200"/>
              </a:spcAft>
              <a:defRPr b="1" sz="2200">
                <a:solidFill>
                  <a:srgbClr val="262626"/>
                </a:solidFill>
              </a:defRPr>
            </a:pPr>
            <a:r>
              <a:t>• 下一步建议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    在目标模型上验证 NNI 压缩效果，评估精度损失是否满足业务要求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